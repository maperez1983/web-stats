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sz="4400">
                <a:solidFill>
                  <a:srgbClr val="0284C7"/>
                </a:solidFill>
              </a:rPr>
              <a:t>GUÍA PRÁCTICA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Ejemplo (Academia) · Presión orientada a banda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F172A"/>
                </a:solidFill>
              </a:rPr>
              <a:t>Cómo se ve una guía (estructura)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Bloques típicos</a:t>
            </a:r>
          </a:p>
          <a:p>
            <a:pPr lvl="1"/>
            <a:r>
              <a:t>Objetivo (en 1 frase) + por qué importa</a:t>
            </a:r>
          </a:p>
          <a:p>
            <a:pPr lvl="1"/>
            <a:r>
              <a:t>Reglas simples (3) para repetir en campo</a:t>
            </a:r>
          </a:p>
          <a:p>
            <a:pPr lvl="1"/>
            <a:r>
              <a:t>Roles: 1º, 2º, 3º defensor (o equivalentes)</a:t>
            </a:r>
          </a:p>
          <a:p>
            <a:pPr lvl="1"/>
            <a:r>
              <a:t>Triggers: cuándo sí / cuándo no</a:t>
            </a:r>
          </a:p>
          <a:p>
            <a:pPr lvl="1"/>
            <a:r>
              <a:t>Checklist rápido (para staff y jugadores)</a:t>
            </a:r>
          </a:p>
          <a:p>
            <a:pPr lvl="1"/>
            <a:r>
              <a:t>Errores típicos + corrección concreta (1 frase)</a:t>
            </a:r>
          </a:p>
          <a:p>
            <a:pPr lvl="1"/>
            <a:r>
              <a:t>Escena 2D (pizarra) para visualizar en 15s</a:t>
            </a:r>
          </a:p>
          <a:p>
            <a:pPr lvl="1"/>
            <a:r>
              <a:t>Mini-quiz (opcional) para fijar concepto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F172A"/>
                </a:solidFill>
              </a:rPr>
              <a:t>Ejemplo: Presión orientada (guiar a banda)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Objetivo</a:t>
            </a:r>
          </a:p>
          <a:p>
            <a:pPr lvl="1"/>
            <a:r>
              <a:t>Forzar al rival a banda/atrás con cobertura preparada</a:t>
            </a:r>
          </a:p>
          <a:p>
            <a:pPr lvl="1"/>
            <a:r>
              <a:t>Robar o provocar error SIN partir 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3 reglas simples</a:t>
            </a:r>
          </a:p>
          <a:p>
            <a:pPr lvl="1"/>
            <a:r>
              <a:t>1º defensor: carrera curva, cierra dentro, invita fuera</a:t>
            </a:r>
          </a:p>
          <a:p>
            <a:pPr lvl="1"/>
            <a:r>
              <a:t>2º defensor: tapa pase interior y achica</a:t>
            </a:r>
          </a:p>
          <a:p>
            <a:pPr lvl="1"/>
            <a:r>
              <a:t>3º defensor: equilibra espalda y cambio de orientación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F172A"/>
                </a:solidFill>
              </a:rPr>
              <a:t>Triggers + checklist (para usar en partido)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Triggers para SALTAR</a:t>
            </a:r>
          </a:p>
          <a:p>
            <a:pPr lvl="1"/>
            <a:r>
              <a:t>Receptor de espaldas</a:t>
            </a:r>
          </a:p>
          <a:p>
            <a:pPr lvl="1"/>
            <a:r>
              <a:t>Pase lento o flotado</a:t>
            </a:r>
          </a:p>
          <a:p>
            <a:pPr lvl="1"/>
            <a:r>
              <a:t>Control malo / balón se separa del pie</a:t>
            </a:r>
          </a:p>
          <a:p>
            <a:pPr lvl="1"/>
            <a:r>
              <a:t>Interior cerrado (no hay pase por dentro)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Checklist (10 segundos)</a:t>
            </a:r>
          </a:p>
          <a:p>
            <a:pPr lvl="1"/>
            <a:r>
              <a:t>¿Hay cobertura? (2º defensor listo)</a:t>
            </a:r>
          </a:p>
          <a:p>
            <a:pPr lvl="1"/>
            <a:r>
              <a:t>¿Está cerrada la línea interior?</a:t>
            </a:r>
          </a:p>
          <a:p>
            <a:pPr lvl="1"/>
            <a:r>
              <a:t>¿Si me superan, quién protege la espalda?</a:t>
            </a:r>
          </a:p>
          <a:p>
            <a:pPr lvl="1"/>
            <a:r>
              <a:t>Si NO: temporiza y orienta sin morder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0F172A"/>
                </a:solidFill>
              </a:rPr>
              <a:t>Errores típicos (y frase corta de corrección)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Errores</a:t>
            </a:r>
          </a:p>
          <a:p>
            <a:pPr lvl="1"/>
            <a:r>
              <a:t>1º defensor se lanza sin ayudas → 'TEMPORIZA, CERRANDO DENTRO'</a:t>
            </a:r>
          </a:p>
          <a:p>
            <a:pPr lvl="1"/>
            <a:r>
              <a:t>Bloque no acompaña → 'ACORTA Y ACOMPAÑA'</a:t>
            </a:r>
          </a:p>
          <a:p>
            <a:pPr lvl="1"/>
            <a:r>
              <a:t>Se abre el pasillo interior → 'DENTRO CERRADO'</a:t>
            </a:r>
          </a:p>
          <a:p>
            <a:pPr lvl="1"/>
            <a:r>
              <a:t>Nadie al rechace / segunda jugada → 'RECHACE ES NUESTRO'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Ejemplo · Guía práctica (Academia)</dc:title>
  <dc:subject>Guía práctica para fútbol base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